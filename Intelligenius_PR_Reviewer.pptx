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3" r:id="rId10"/>
    <p:sldId id="268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38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68923"/>
            <a:ext cx="10972800" cy="209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GitHub Action for C#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1946031"/>
            <a:ext cx="10058400" cy="963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intelligent code review for C# pull requests — powered by Gemini AI &amp; GitHub Actions.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08930" y="2911231"/>
            <a:ext cx="7315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68598"/>
            <a:ext cx="10058400" cy="1898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Intelligenius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Yashir Ahamed M  •  Rithanya V N  •  Yazhini R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 </a:t>
            </a:r>
            <a:r>
              <a:rPr lang="en-US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Reshveya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Ramjani S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Code Review Doesn't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Turnaround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are blockers. PRs sit for hours or days before feedback.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Inconsistency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apply different standards across the same codebase.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2336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Defects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violations, security holes and async bugs slip past tired reviewers.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40233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02336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 Fatigue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47091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spend hours per week on repetitive review tasks.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PR Reviewer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>
                <a:solidFill>
                  <a:schemeClr val="bg1"/>
                </a:solidFill>
              </a:rPr>
              <a:t>An AI-driven GitHub Pull Request Reviewer that automatically </a:t>
            </a:r>
            <a:r>
              <a:rPr lang="en-IN" dirty="0" err="1">
                <a:solidFill>
                  <a:schemeClr val="bg1"/>
                </a:solidFill>
              </a:rPr>
              <a:t>analyzes</a:t>
            </a:r>
            <a:r>
              <a:rPr lang="en-IN" dirty="0">
                <a:solidFill>
                  <a:schemeClr val="bg1"/>
                </a:solidFill>
              </a:rPr>
              <a:t> changed C# code, detects security and code quality issues, and posts structured review comments directly on GitHub Pull Requests within seconds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4220678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8652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Automated GitHub Action workflow triggered on every Pull Request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738036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232" y="462373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 err="1">
                <a:solidFill>
                  <a:schemeClr val="bg1"/>
                </a:solidFill>
              </a:rPr>
              <a:t>Analyzes</a:t>
            </a:r>
            <a:r>
              <a:rPr lang="en-IN" sz="1600" dirty="0">
                <a:solidFill>
                  <a:schemeClr val="bg1"/>
                </a:solidFill>
              </a:rPr>
              <a:t> C# code for SOLID violations, security risks, nullability issues, async/await problems, and clean code practices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240956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19523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reports with severity-based findings and actionable recommendations </a:t>
            </a:r>
            <a:r>
              <a:rPr lang="en-IN" sz="1400" dirty="0">
                <a:solidFill>
                  <a:schemeClr val="bg1"/>
                </a:solidFill>
              </a:rPr>
              <a:t>Generates structured review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5780" y="5835316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274" y="56981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Supports fallback LLM through </a:t>
            </a:r>
            <a:r>
              <a:rPr lang="en-IN" sz="1600" dirty="0" err="1">
                <a:solidFill>
                  <a:schemeClr val="bg1"/>
                </a:solidFill>
              </a:rPr>
              <a:t>OpenRouter</a:t>
            </a:r>
            <a:r>
              <a:rPr lang="en-IN" sz="1600" dirty="0">
                <a:solidFill>
                  <a:schemeClr val="bg1"/>
                </a:solidFill>
              </a:rPr>
              <a:t> when Gemini is unavailable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194560"/>
            <a:ext cx="3474720" cy="2349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dirty="0"/>
              <a:t>Automated </a:t>
            </a:r>
          </a:p>
          <a:p>
            <a:pPr algn="ctr"/>
            <a:r>
              <a:rPr lang="en-US" sz="4000" dirty="0"/>
              <a:t>AI Reviews</a:t>
            </a:r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/>
              <a:t>24/7 • Reliable • Developer Friendly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Core application runtime and workflow orchestration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Automates Pull Request review workflow execution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860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AI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Primary Large Language Model for code analysis and review generation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OpenRouter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" y="5074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Fallback LLM provider for high availability and reliability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9768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891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PyTest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0" y="5074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Unit testing framework ensuring system correctness and stability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891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0684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/ GitHub API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12480" y="5074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Retrieves Pull Request data and publishes review comments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 Event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228600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Runner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28600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76072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228600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32104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(Fallback: OpenRouter)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Workflow — Single Agent (ReviewAgent)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54864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Coordinates the end-to-end review workflow including PR processing, code analysis, validation, and report publishing.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4572000"/>
            <a:ext cx="54864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Client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983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Retrieves Pull Request data, code diffs, and publishes review comments using GitHub REST APIs.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4572000"/>
            <a:ext cx="54864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Client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4983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 err="1"/>
              <a:t>Analyzes</a:t>
            </a:r>
            <a:r>
              <a:rPr lang="en-IN" sz="1200" dirty="0"/>
              <a:t> modified C# code and generates structured findings covering security, SOLID, async, nullability, and clean code issues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/ Execution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190195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Developer Creates Code Changes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5146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249631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4963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Pull Request Created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10896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309067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090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GitHub Actions Triggered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0" y="3566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37033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12080" y="368503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685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 err="1">
                <a:solidFill>
                  <a:schemeClr val="bg1"/>
                </a:solidFill>
              </a:rPr>
              <a:t>ReviewAgent</a:t>
            </a:r>
            <a:r>
              <a:rPr lang="en-IN" sz="1600" dirty="0">
                <a:solidFill>
                  <a:schemeClr val="bg1"/>
                </a:solidFill>
              </a:rPr>
              <a:t> Processes PR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42976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12080" y="427939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42793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Gemini AI </a:t>
            </a:r>
            <a:r>
              <a:rPr lang="en-IN" sz="1600" dirty="0" err="1">
                <a:solidFill>
                  <a:schemeClr val="bg1"/>
                </a:solidFill>
              </a:rPr>
              <a:t>Analyzes</a:t>
            </a:r>
            <a:r>
              <a:rPr lang="en-IN" sz="1600" dirty="0">
                <a:solidFill>
                  <a:schemeClr val="bg1"/>
                </a:solidFill>
              </a:rPr>
              <a:t> Code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48920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0" y="487375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8737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Structured Review Generated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0" y="5349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0" y="54864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12080" y="5468112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5468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Review Published to PR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COMPARISON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vs Proposed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5623560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920240"/>
            <a:ext cx="562356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80760" y="1920240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6235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2606040"/>
            <a:ext cx="56235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AI-Powered Automated Review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623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291840"/>
            <a:ext cx="5623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Review takes Hours / Days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3291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Review generated in Seconds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56235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977640"/>
            <a:ext cx="56235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Dependent on Senior Developers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3977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Available 24/7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623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663440"/>
            <a:ext cx="5623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63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Limited Security Checks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4663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Security &amp; Vulnerability Detection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349240"/>
            <a:ext cx="56235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5349240"/>
            <a:ext cx="56235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49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Limited Design Validation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5349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/>
              <a:t>SOLID Principle Analysis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HURDLES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Faced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secrets, permissions &amp; workflow triggers.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8072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API Integration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design, rate limits &amp; structured JSON parsing.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0273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364845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Data Extraction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0599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unified diffs into meaningful code chunks.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4398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71600" y="448970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901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GitHub &amp; Gemini clients for offline test runs.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2852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71600" y="53309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Handling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742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clean, non-spammy review comments to PRs.</a:t>
            </a:r>
            <a:endParaRPr lang="en-US" sz="130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D0B306B7-A1DB-A555-0665-D7A0C72BE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CAPABILITIES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PR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Automatically reviews every Pull Request through GitHub Actions without manual intervention.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860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Detects hardcoded credentials, sensitive data exposure, and potential security risks.</a:t>
            </a:r>
            <a:endParaRPr lang="en-IN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860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154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Identifies design issues and violations of SOLID object-oriented design principles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Code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983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style, naming &amp; maintainability issues.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8912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Integration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983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Posts structured review comments directly on GitHub Pull Requests.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8912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154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LLM Support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4983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Automatically switches to </a:t>
            </a:r>
            <a:r>
              <a:rPr lang="en-IN" sz="1400" dirty="0" err="1"/>
              <a:t>OpenRouter</a:t>
            </a:r>
            <a:r>
              <a:rPr lang="en-IN" sz="1400" dirty="0"/>
              <a:t>-based models if Gemini is unavailable.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•  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&amp; Outcome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AI Code Reviewer deployed as a reusable GitHub Action — production-ready, with passing tests and end-to-end demo.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Outcome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reviewer effort by an order of magnitude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 loops — minutes, not days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more consistent code quality across teams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192024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</a:rPr>
              <a:t>⏱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19202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Reviews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333756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520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</a:rPr>
              <a:t>✓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29600" y="3337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Quality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475488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937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600" dirty="0"/>
              <a:t>🚀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rgbClr val="002060"/>
                </a:solidFill>
              </a:rPr>
              <a:t>Improved Productivity</a:t>
            </a:r>
            <a:r>
              <a:rPr lang="en-IN" dirty="0"/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• 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Integrate company coding standards, documentation, and historical reviews for context-aware code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61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7614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127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Introduce specialized agents for Security, Performance, SOLID Validation, and Clean Code Review.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0273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02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602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/ Website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9684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Provide review history, execution metrics, analytics, and team-wide insights through a centralized dashboard.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439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44439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80974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Extend support beyond C# to Java, Python, JavaScript, TypeScript, and other enterprise languages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28523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285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5285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Insights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5650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Track code quality trends, review statistics, defect categories, and developer productivity metrics.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Manual Reviews to  Automation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9144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Developed an AI-powered Pull Request Reviewer that automates code review using GitHub Actions and Gemini AI, providing fast, consistent, and actionable feedback for C# Pull Requests</a:t>
            </a:r>
            <a:r>
              <a:rPr lang="en-IN" sz="1400" b="1" dirty="0"/>
              <a:t>.</a:t>
            </a:r>
            <a:endParaRPr lang="en-IN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Production-ready GitHub 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4/4 PyTest cases passing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LLM support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Structured, severity-ranked findings</a:t>
            </a:r>
          </a:p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Automated PR comment generation</a:t>
            </a:r>
            <a:endParaRPr lang="en-US" sz="1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1546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 for code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 &amp; CI automation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Agent-based system design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Mocked end-to-end testing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production-grade AI tooling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5303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0" y="5989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Intelligenius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898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 Rashveya</cp:lastModifiedBy>
  <cp:revision>5</cp:revision>
  <dcterms:created xsi:type="dcterms:W3CDTF">2026-06-14T06:04:26Z</dcterms:created>
  <dcterms:modified xsi:type="dcterms:W3CDTF">2026-06-15T05:35:34Z</dcterms:modified>
</cp:coreProperties>
</file>